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Driver Drowsiness Detection Using CNN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Eye Closure and Yawning Analysis with Deep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Detects driver fatigue using eye closure and yawning patterns.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Driver drowsiness causes accidents; early detection improves safety.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eye closure</a:t>
            </a:r>
          </a:p>
          <a:p>
            <a:r>
              <a:t>Detect yawning</a:t>
            </a:r>
          </a:p>
          <a:p>
            <a:r>
              <a:t>Classify fatigue level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Classes: Closed, Open, no_yawn, yawn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→ Convolution → ReLU → Pooling → Flatten → Fully Connected →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Optimizer: Adam</a:t>
            </a:r>
          </a:p>
          <a:p>
            <a:r>
              <a:t>Loss: CrossEntropyLoss</a:t>
            </a:r>
          </a:p>
          <a:p>
            <a:r>
              <a:t>Epochs: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Classifies images and predicts Alert, Mild Fatigue, Severe Fatigue.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Webcam integration, alarm system, mobile app.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CNN effectively detects driver drowsiness.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